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question is whether relationship events (onsets/offsets of predicates such as hold, release, next_to) influence each other's timing, beyond simple explanations. Evidence classes: Phases 3-4 used synthetic worlds (results/phase3, results/phase4); Phase 5H uses real VidOR ground-truth annotations only (data/vidor, annotations, no videos); no detector outputs have been used anywhere in Phase 5H.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Phase 3 H1 = PASS (research/phase3_exit_report.md, results/phase3/aggregated/h1_decision.json); Phase 4 H2 = MIXED, H3 = MIXED, H4 = FAIL, METHOD CONTRIBUTION = NO (research/phase4_exit_report.md, results/phase4/aggregated/decisions.json); Phase 5H gate MODIFY (research/phase5h_hawkes_design.md); Stage 0 HAWKES SIGNAL = WEAK-MIXED (research/phase5h_stage0_report.md, results/phase5h/stage0/summary.json); Phase 5H-1 pre-registration commit 07bf369, GLM engine commit 4d810ce. Phases 3-4 are synthetic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values from results/phase5h/stage0/summary.json (VidOR ground-truth annotations; TEST = VidOR validation, 835 videos, 50,509 events). Observed HK2-HK1 = +0.0742 [0.0660, 0.0827]; 19 circular-shift null values 0.0392-0.0431, median 0.0404; excess 0.0338 = 0.070 x within-relation gain 0.4820. Criteria: C1 pass (beats null), C2 pass (beats duration/base controls), C3 fail (below 10%), C4 fail (stable cells 404 vs null up to 422). Decision rule frozen in research/phase5h_stage0_preregistration.md. Figure: results/phase5h1/showcase/fig_stage0_gain_vs_null.png (generated from saved artifacts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results/phase5h/stage0/summary.json (null median 0.0404 of 0.0742). 2: peri-event table in results/phase5h/stage0/stage0_tables.md, e.g. ON(in_front_of)-&gt;ON(next_to) at 0-0.5 s: 0.0001 vs baseline 0.0087 (descriptive, Stage 0 FIT). 3: results/phase5h1/audit/audit.json (Stage 0 FIT only: 5,600 videos, 356,040 events; top-6 share 0.864; spatial family 226,176 events = 63.5%); figure results/phase5h1/showcase/fig_fit_support.png. 4: data-use audit in research/phase5h1_preregistration.md §2.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Ladder: research/phase5h1_preregistration.md §4 (point-process GLM with exp link; piecewise-constant covariates; exact compensator). Literature: research/phase5h1_literature.md. Audit: results/phase5h1/audit/audit.json and predicate_support.csv. Engine: src/taorg/hawkes/glm.py, tests tests/unit/test_hawkes_glm.py (eager-reference likelihood, valid intensity under extreme inhibition, positive-only bounds, reproducibility, leakage guard). Full suite 234 passed. Smoke: results/phase5h1/smoke/smoke.json — labelled SMOKE, not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and rules: research/phase5h1_preregistration.md §2 (splits; data-use audit), §6 (nulls), §7 (stability), §8 (hypotheses), §9 (GO / NARROW / STOP). Compute estimate from smoke timing (results/phase5h1/smoke/smoke.json: about 20 s per rung on 200 videos) extrapolated to 5,600 videos, the 4-value ridge grid, 38 null refits of 4 rungs and fold fits — an estimate (30-60 h), not a measurement. Even GO only licenses a confirmatory replication on independent data (candidates: ImageNet-VidVRD or PVSG, which annotate relation start/end times).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D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relationships trigger each other in time?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temporal point-process (Hawkes-type) model learn dependencies between relationship events in video — for example “release starts → hold ends” — beyond what simpler explanations (how busy an object pair is, how long relations last, which relations are currently on) already capture?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genuine event-dependency model could justify a temporal-reasoning contribution; if simple models explain the signal, the extra complexity is not justified.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classes in this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26394A"/>
          </a:solidFill>
          <a:ln w="12700">
            <a:solidFill>
              <a:srgbClr val="263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920240"/>
            <a:ext cx="274320" cy="274320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0528" y="1764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worlds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3–4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25603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26394A"/>
          </a:solidFill>
          <a:ln w="12700">
            <a:solidFill>
              <a:srgbClr val="263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788920"/>
            <a:ext cx="274320" cy="274320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2633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ground-truth annotations (VidOR)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342900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26394A"/>
          </a:solidFill>
          <a:ln w="12700">
            <a:solidFill>
              <a:srgbClr val="263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657600"/>
            <a:ext cx="274320" cy="274320"/>
          </a:xfrm>
          <a:prstGeom prst="ellipse">
            <a:avLst/>
          </a:prstGeom>
          <a:solidFill>
            <a:srgbClr val="8A949B"/>
          </a:solidFill>
          <a:ln w="12700">
            <a:solidFill>
              <a:srgbClr val="8A94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0528" y="3502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outputs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840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yet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TAORG · Phase 5H-1 progress update · 7 Oct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and completed milestones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554480" cy="274320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463040"/>
            <a:ext cx="411480" cy="411480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574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gating helps under controlled corruption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474720"/>
            <a:ext cx="1335024" cy="438912"/>
          </a:xfrm>
          <a:prstGeom prst="roundRect">
            <a:avLst>
              <a:gd name="adj" fmla="val 16667"/>
            </a:avLst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47472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PASS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25980" y="1325880"/>
            <a:ext cx="1554480" cy="274320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35708" y="1463040"/>
            <a:ext cx="411480" cy="411480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3570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2034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20340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35708" y="20574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V-HPED filter not justified over simple baselines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35708" y="3474720"/>
            <a:ext cx="1335024" cy="438912"/>
          </a:xfrm>
          <a:prstGeom prst="roundRect">
            <a:avLst>
              <a:gd name="adj" fmla="val 16667"/>
            </a:avLst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35708" y="347472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= NO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1325880"/>
            <a:ext cx="1554480" cy="274320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04488" y="1463040"/>
            <a:ext cx="411480" cy="411480"/>
          </a:xfrm>
          <a:prstGeom prst="ellipse">
            <a:avLst/>
          </a:prstGeom>
          <a:solidFill>
            <a:srgbClr val="4A5A66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0448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904488" y="20574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Hawkes maths exists already; the gap is empirical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04488" y="3474720"/>
            <a:ext cx="1335024" cy="438912"/>
          </a:xfrm>
          <a:prstGeom prst="roundRect">
            <a:avLst>
              <a:gd name="adj" fmla="val 16667"/>
            </a:avLst>
          </a:prstGeom>
          <a:solidFill>
            <a:srgbClr val="4A5A66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04488" y="347472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= MODIFY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63540" y="1325880"/>
            <a:ext cx="1554480" cy="274320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3268" y="1463040"/>
            <a:ext cx="411480" cy="411480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7326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05790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057900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VidOR GT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573268" y="20574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Cross-relation timing signal exists but is small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573268" y="3474720"/>
            <a:ext cx="1335024" cy="438912"/>
          </a:xfrm>
          <a:prstGeom prst="roundRect">
            <a:avLst>
              <a:gd name="adj" fmla="val 16667"/>
            </a:avLst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73268" y="347472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WEAK-MIXED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132320" y="1325880"/>
            <a:ext cx="1554480" cy="274320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42048" y="1463040"/>
            <a:ext cx="411480" cy="411480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4204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72668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5H-1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726680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VidOR GT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42048" y="20574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Pre-registered; GLM engine built and tested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242048" y="3474720"/>
            <a:ext cx="1335024" cy="438912"/>
          </a:xfrm>
          <a:prstGeom prst="roundRect">
            <a:avLst>
              <a:gd name="adj" fmla="val 16667"/>
            </a:avLst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42048" y="347472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 was pre-registered before evaluation; failed and negative results are kept in the record.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0: a real but small timing signal</a:t>
            </a:r>
            <a:endParaRPr lang="en-US" sz="2800" dirty="0"/>
          </a:p>
        </p:txBody>
      </p:sp>
      <p:pic>
        <p:nvPicPr>
          <p:cNvPr id="3" name="Image 0" descr="Observed Stage 0 gain with 95% CI versus 19 shuffled-timing null runs and the practical thres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51560"/>
            <a:ext cx="7223760" cy="24963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+0.074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1605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held-out gain, nats/event (95% CI 0.066–0.083)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A94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3246120" y="41605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gain after shuffling timing — about 54% of the observed gain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41605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timing-specific excess relative to within-relation gain (registered bar: 10%)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Stage 0 leaves unresolved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17320"/>
            <a:ext cx="457200" cy="457200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35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object pairs produce more events of every kind. More than half of the gain survives shuffled timing, so the model may be measuring activity, not triggering.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417320"/>
            <a:ext cx="457200" cy="457200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435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828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0.5 s, some relations start less often than baseline. A positive-only Hawkes model cannot represent that.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108960"/>
            <a:ext cx="457200" cy="457200"/>
          </a:xfrm>
          <a:prstGeom prst="ellipse">
            <a:avLst/>
          </a:prstGeom>
          <a:solidFill>
            <a:srgbClr val="009E73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20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predicates = 86% of events; spatial relations = 63.5%. Contact and vehicle relations are rare.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108960"/>
            <a:ext cx="457200" cy="457200"/>
          </a:xfrm>
          <a:prstGeom prst="ellipse">
            <a:avLst/>
          </a:prstGeom>
          <a:solidFill>
            <a:srgbClr val="4A5A66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untouched data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520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annotated VidOR video was used in Stage 0, so Phase 5H-1 is exploratory. Confirmation needs another dataset.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5H-1: controlled comparison, now built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ladder (one family, nested)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627632"/>
            <a:ext cx="347472" cy="347472"/>
          </a:xfrm>
          <a:prstGeom prst="ellipse">
            <a:avLst/>
          </a:prstGeom>
          <a:solidFill>
            <a:srgbClr val="8A949B"/>
          </a:solidFill>
          <a:ln w="12700">
            <a:solidFill>
              <a:srgbClr val="8A949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121408"/>
            <a:ext cx="3639312" cy="457200"/>
          </a:xfrm>
          <a:prstGeom prst="roundRect">
            <a:avLst>
              <a:gd name="adj" fmla="val 16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76272"/>
            <a:ext cx="347472" cy="347472"/>
          </a:xfrm>
          <a:prstGeom prst="ellipse">
            <a:avLst/>
          </a:prstGeom>
          <a:solidFill>
            <a:srgbClr val="8A949B"/>
          </a:solidFill>
          <a:ln w="12700">
            <a:solidFill>
              <a:srgbClr val="8A94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2140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pair heterogeneity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" y="2670048"/>
            <a:ext cx="3529584" cy="457200"/>
          </a:xfrm>
          <a:prstGeom prst="roundRect">
            <a:avLst>
              <a:gd name="adj" fmla="val 16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724912"/>
            <a:ext cx="347472" cy="347472"/>
          </a:xfrm>
          <a:prstGeom prst="ellipse">
            <a:avLst/>
          </a:prstGeom>
          <a:solidFill>
            <a:srgbClr val="4A5A66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700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duration (simple control)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" y="3218688"/>
            <a:ext cx="3419856" cy="457200"/>
          </a:xfrm>
          <a:prstGeom prst="roundRect">
            <a:avLst>
              <a:gd name="adj" fmla="val 16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273552"/>
            <a:ext cx="347472" cy="347472"/>
          </a:xfrm>
          <a:prstGeom prst="ellipse">
            <a:avLst/>
          </a:prstGeom>
          <a:solidFill>
            <a:srgbClr val="4A5A66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32186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current state (transition control)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6112" y="3767328"/>
            <a:ext cx="3310128" cy="457200"/>
          </a:xfrm>
          <a:prstGeom prst="roundRect">
            <a:avLst>
              <a:gd name="adj" fmla="val 16000"/>
            </a:avLst>
          </a:prstGeom>
          <a:solidFill>
            <a:srgbClr val="FBE3D3"/>
          </a:solidFill>
          <a:ln w="12700">
            <a:solidFill>
              <a:srgbClr val="FBE3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3822192"/>
            <a:ext cx="347472" cy="347472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408176" y="3767328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 history (excite / inhibit)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this session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1572768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Primary-source literature check (frailty, point-process GLM, jitter nulls, semi-Markov)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Fitting-split audit: 5,600 videos, 356,040 events, 34 onset / 35 offset targets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 committed before any comparison (07bf369)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engine; likelihood matches an exact reference; 234 tests pass (4d810ce)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run on 300 training videos — pipeline check only, not evidence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experiment and decision gate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run (registered, exploratory)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G0–G4 on 5,600 training videos; choose penalty on 700 selection videos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1,535 held-out videos (previously used only in aggregate)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nulls × 19 runs; 5-fold stability; test 4 Stage 0 hypotheses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parallel fitting: estimated 30–60 single-thread CPU-hours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2344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26394A"/>
          </a:solidFill>
          <a:ln w="12700">
            <a:solidFill>
              <a:srgbClr val="263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4608" y="141732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09E73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4173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25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criteria pass → confirm on an independent 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258568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26394A"/>
          </a:solidFill>
          <a:ln w="12700">
            <a:solidFill>
              <a:srgbClr val="2639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2441448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244144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3500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only in specific relation families → restrict claims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282696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26394A"/>
          </a:solidFill>
          <a:ln w="12700">
            <a:solidFill>
              <a:srgbClr val="2639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3465576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3465576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37413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models explain it → drop Hawkes; evaluation paper remains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needed: approve compute for the full run, and an independent annotated dataset for confirmation.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5H-1 supervisor update</dc:title>
  <dc:subject>PptxGenJS Presentation</dc:subject>
  <dc:creator>TAORG project</dc:creator>
  <cp:lastModifiedBy>TAORG project</cp:lastModifiedBy>
  <cp:revision>1</cp:revision>
  <dcterms:created xsi:type="dcterms:W3CDTF">2026-10-07T04:30:22Z</dcterms:created>
  <dcterms:modified xsi:type="dcterms:W3CDTF">2026-10-07T04:30:22Z</dcterms:modified>
</cp:coreProperties>
</file>